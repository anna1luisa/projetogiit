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17959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32247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É UM ALGORITMO?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457200" y="1489472"/>
            <a:ext cx="36718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spc="-1" kern="0" dirty="0">
                <a:solidFill>
                  <a:srgbClr val="F7D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 de Tudo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14363" y="2352415"/>
            <a:ext cx="3357563" cy="358583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Sequência finita de passos lógicos.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4363" y="2868160"/>
            <a:ext cx="3357563" cy="358583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Resolvem problemas ou executam tarefas.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4363" y="3383905"/>
            <a:ext cx="3357563" cy="358583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Como uma receita de bolo: ordem importa.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00625" y="1418034"/>
            <a:ext cx="3686175" cy="61000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computação, algoritmos transformam uma </a:t>
            </a: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(input)</a:t>
            </a: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uma </a:t>
            </a: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 (output)</a:t>
            </a: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desejada.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00625" y="2185206"/>
            <a:ext cx="3686175" cy="788603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clareza</a:t>
            </a: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 </a:t>
            </a: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eficiência</a:t>
            </a: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são os pilares </a:t>
            </a: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fundamentais.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00625" y="3130972"/>
            <a:ext cx="3686175" cy="428625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algn="ctr" indent="0" marL="0">
              <a:buNone/>
            </a:pP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VARIÁVEIS: GUARDANDO DADOS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1060847"/>
            <a:ext cx="422988" cy="22145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1060847"/>
            <a:ext cx="422988" cy="22145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4325" y="1282303"/>
            <a:ext cx="3957638" cy="50006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valores que podem mudar durante a execução do programa.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4325" y="2068116"/>
            <a:ext cx="628762" cy="22145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7"/>
          <p:cNvSpPr/>
          <p:nvPr/>
        </p:nvSpPr>
        <p:spPr>
          <a:xfrm>
            <a:off x="314325" y="2068116"/>
            <a:ext cx="628762" cy="22145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4325" y="2289572"/>
            <a:ext cx="3957638" cy="285750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valores constantes que nunca mudam após a atribuição.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5769" y="3111103"/>
            <a:ext cx="3714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"Variáveis são como gavetas etiquetadas onde guardamos informações."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57750" y="1083952"/>
            <a:ext cx="39719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Dados Comuns: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57750" y="1687599"/>
            <a:ext cx="3971925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Number (Números)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57750" y="1937631"/>
            <a:ext cx="3971925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String (Textos)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57750" y="2187662"/>
            <a:ext cx="3971925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Boolean (Verdadeiro/Falso)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57750" y="2437693"/>
            <a:ext cx="3971925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Array (Listas)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57750" y="2687724"/>
            <a:ext cx="3971925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Object (Objetos)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57750" y="3223506"/>
            <a:ext cx="39719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Dica: Use </a:t>
            </a:r>
            <a:r>
              <a:rPr lang="en-US" sz="800" b="1" dirty="0">
                <a:solidFill>
                  <a:srgbClr val="99999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camelCase</a:t>
            </a: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nomear suas variáveis (ex: minhaVariavel).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CONDICIONAIS: TOMANDO DECISÕES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14325" y="1060847"/>
            <a:ext cx="39576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Permitem que o código execute diferentes caminhos baseados em uma condição lógica.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14325" y="1632347"/>
            <a:ext cx="3957638" cy="1414351"/>
          </a:xfrm>
          <a:prstGeom prst="rect">
            <a:avLst/>
          </a:prstGeom>
          <a:solidFill>
            <a:srgbClr val="2D2D2D"/>
          </a:solidFill>
          <a:ln w="18288">
            <a:solidFill>
              <a:srgbClr val="F7DF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4325" y="1632347"/>
            <a:ext cx="3957638" cy="141435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(condicao) {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 se verdadeiro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 se falso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57750" y="1060233"/>
            <a:ext cx="39719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Operadores de Comparação: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57750" y="1399561"/>
            <a:ext cx="1932384" cy="203597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1" name="Text 8"/>
          <p:cNvSpPr/>
          <p:nvPr/>
        </p:nvSpPr>
        <p:spPr>
          <a:xfrm>
            <a:off x="4857750" y="1399561"/>
            <a:ext cx="1932384" cy="203597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Igual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897291" y="1399561"/>
            <a:ext cx="1932384" cy="203597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3" name="Text 10"/>
          <p:cNvSpPr/>
          <p:nvPr/>
        </p:nvSpPr>
        <p:spPr>
          <a:xfrm>
            <a:off x="6897291" y="1399561"/>
            <a:ext cx="1932384" cy="203597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 Diferente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857750" y="1710314"/>
            <a:ext cx="1932384" cy="203597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5" name="Text 12"/>
          <p:cNvSpPr/>
          <p:nvPr/>
        </p:nvSpPr>
        <p:spPr>
          <a:xfrm>
            <a:off x="4857750" y="1710314"/>
            <a:ext cx="1932384" cy="203597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Maior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897291" y="1710314"/>
            <a:ext cx="1932384" cy="203597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7" name="Text 14"/>
          <p:cNvSpPr/>
          <p:nvPr/>
        </p:nvSpPr>
        <p:spPr>
          <a:xfrm>
            <a:off x="6897291" y="1710314"/>
            <a:ext cx="1932384" cy="203597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Menor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857750" y="2021067"/>
            <a:ext cx="1932384" cy="203597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2021067"/>
            <a:ext cx="1932384" cy="203597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Maior/Igual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897291" y="2021067"/>
            <a:ext cx="1932384" cy="203597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1" name="Text 18"/>
          <p:cNvSpPr/>
          <p:nvPr/>
        </p:nvSpPr>
        <p:spPr>
          <a:xfrm>
            <a:off x="6897291" y="2021067"/>
            <a:ext cx="1932384" cy="203597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 Menor/Igual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57750" y="2810452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Operadores Lógicos: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57750" y="3128349"/>
            <a:ext cx="3971925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(E) | || (OU) | ! (NÃO)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PRATICANDO CONDICIONAIS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242888" y="917972"/>
            <a:ext cx="1514698" cy="217884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4"/>
          <p:cNvSpPr/>
          <p:nvPr/>
        </p:nvSpPr>
        <p:spPr>
          <a:xfrm>
            <a:off x="242888" y="917972"/>
            <a:ext cx="1514698" cy="21788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de Login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2888" y="1314450"/>
            <a:ext cx="25860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se as credenciais do usuário são válidas para permitir o acesso.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2888" y="1803016"/>
            <a:ext cx="2586038" cy="1028644"/>
          </a:xfrm>
          <a:prstGeom prst="rect">
            <a:avLst/>
          </a:prstGeom>
          <a:solidFill>
            <a:srgbClr val="2D2D2D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888" y="1803016"/>
            <a:ext cx="2586038" cy="10286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(senhaCorreta) {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entrar();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erro();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71838" y="917972"/>
            <a:ext cx="1257523" cy="217884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2" name="Text 9"/>
          <p:cNvSpPr/>
          <p:nvPr/>
        </p:nvSpPr>
        <p:spPr>
          <a:xfrm>
            <a:off x="3271838" y="917972"/>
            <a:ext cx="1257523" cy="21788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Escolar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71838" y="1314450"/>
            <a:ext cx="25860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se um aluno foi aprovado com base na sua nota final.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71838" y="1803016"/>
            <a:ext cx="2586038" cy="1028644"/>
          </a:xfrm>
          <a:prstGeom prst="rect">
            <a:avLst/>
          </a:prstGeom>
          <a:solidFill>
            <a:srgbClr val="2D2D2D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71838" y="1803016"/>
            <a:ext cx="2586038" cy="10286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7) {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aprovado();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reprovado();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00788" y="917972"/>
            <a:ext cx="1000292" cy="217884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7" name="Text 14"/>
          <p:cNvSpPr/>
          <p:nvPr/>
        </p:nvSpPr>
        <p:spPr>
          <a:xfrm>
            <a:off x="6300788" y="917972"/>
            <a:ext cx="1000292" cy="21788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0788" y="1314450"/>
            <a:ext cx="26003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descontos especiais para compras acima de um valor estipulado.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00788" y="1803016"/>
            <a:ext cx="2600325" cy="1028644"/>
          </a:xfrm>
          <a:prstGeom prst="rect">
            <a:avLst/>
          </a:prstGeom>
          <a:solidFill>
            <a:srgbClr val="2D2D2D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0788" y="1803016"/>
            <a:ext cx="2600325" cy="10286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(total &gt; 100) {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aplicarDesconto();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8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precoNormal();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LOOPS: REPETINDO AÇÕES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531595" cy="257175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531595" cy="257175"/>
          </a:xfrm>
          <a:prstGeom prst="rect">
            <a:avLst/>
          </a:prstGeom>
          <a:noFill/>
          <a:ln/>
        </p:spPr>
        <p:txBody>
          <a:bodyPr wrap="none" lIns="102108" tIns="17018" rIns="102108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4325" y="1175147"/>
            <a:ext cx="3957638" cy="4929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quando sabemos exatamente quantas vezes queremos repetir uma ação.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810941"/>
            <a:ext cx="3957638" cy="782855"/>
          </a:xfrm>
          <a:prstGeom prst="rect">
            <a:avLst/>
          </a:prstGeom>
          <a:solidFill>
            <a:srgbClr val="2D2D2D"/>
          </a:solidFill>
          <a:ln w="18288">
            <a:solidFill>
              <a:srgbClr val="F7DF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4325" y="1810941"/>
            <a:ext cx="3957638" cy="78285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(let i = 0; i &lt; 5; i++) {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console.log("Repetição: " + i);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14325" y="2565220"/>
            <a:ext cx="3957638" cy="27860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Estrutura: Inicialização; Condição; Incremento.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57750" y="917972"/>
            <a:ext cx="771637" cy="257175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917972"/>
            <a:ext cx="771637" cy="257175"/>
          </a:xfrm>
          <a:prstGeom prst="rect">
            <a:avLst/>
          </a:prstGeom>
          <a:noFill/>
          <a:ln/>
        </p:spPr>
        <p:txBody>
          <a:bodyPr wrap="none" lIns="102108" tIns="17018" rIns="102108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57750" y="1175147"/>
            <a:ext cx="3971925" cy="4929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Usado quando a repetição deve continuar enquanto uma condição for verdadeira.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57750" y="1810941"/>
            <a:ext cx="3971925" cy="782855"/>
          </a:xfrm>
          <a:prstGeom prst="rect">
            <a:avLst/>
          </a:prstGeom>
          <a:solidFill>
            <a:srgbClr val="2D2D2D"/>
          </a:solidFill>
          <a:ln w="18288">
            <a:solidFill>
              <a:srgbClr val="F7DF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7750" y="1810941"/>
            <a:ext cx="3971925" cy="78285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(condicao) {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 enquanto verdadeiro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57750" y="3008133"/>
            <a:ext cx="3971925" cy="4929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Utilidade: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Percorrer listas (arrays), processar dados em massa e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tarefas repetitivas.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FUNÇÕES: ORGANIZANDO A LÓGICA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1060847"/>
            <a:ext cx="1246082" cy="207169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1060847"/>
            <a:ext cx="1246082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Reutilização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268016"/>
            <a:ext cx="3957638" cy="237139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Evite repetir código. Escreva uma vez e use em qualquer lugar.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648030"/>
            <a:ext cx="1057442" cy="207169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7"/>
          <p:cNvSpPr/>
          <p:nvPr/>
        </p:nvSpPr>
        <p:spPr>
          <a:xfrm>
            <a:off x="314325" y="1648030"/>
            <a:ext cx="1057442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Parâmetros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4325" y="1855198"/>
            <a:ext cx="3957638" cy="237139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de entrada que a função recebe para processar.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4325" y="2235212"/>
            <a:ext cx="774539" cy="207169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3" name="Text 10"/>
          <p:cNvSpPr/>
          <p:nvPr/>
        </p:nvSpPr>
        <p:spPr>
          <a:xfrm>
            <a:off x="314325" y="2235212"/>
            <a:ext cx="774539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4325" y="2442381"/>
            <a:ext cx="3957638" cy="237139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resultado final que a função entrega após a execução.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4325" y="2893833"/>
            <a:ext cx="3957638" cy="464344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6" name="Text 13"/>
          <p:cNvSpPr/>
          <p:nvPr/>
        </p:nvSpPr>
        <p:spPr>
          <a:xfrm>
            <a:off x="314325" y="2893833"/>
            <a:ext cx="3957638" cy="4643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Princípio DRY: Don't Repeat Yourself</a:t>
            </a:r>
            <a:r>
              <a:rPr lang="en-US" sz="10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10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(Não se repita)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57750" y="1060847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Função: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57750" y="1364456"/>
            <a:ext cx="3971925" cy="1514475"/>
          </a:xfrm>
          <a:prstGeom prst="rect">
            <a:avLst/>
          </a:prstGeom>
          <a:solidFill>
            <a:srgbClr val="2D2D2D"/>
          </a:solidFill>
          <a:ln w="18288">
            <a:solidFill>
              <a:srgbClr val="F7DF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57750" y="1364456"/>
            <a:ext cx="3971925" cy="15144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somar(a, b) {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somar(5, 3);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 agora é 8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57750" y="3421856"/>
            <a:ext cx="39719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Funções tornam o sistema modular, facilitando a manutenção e os testes.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2026-08-17T22:16:26Z</dcterms:created>
  <dcterms:modified xsi:type="dcterms:W3CDTF">2026-08-17T22:16:26Z</dcterms:modified>
</cp:coreProperties>
</file>